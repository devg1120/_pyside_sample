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20000" y="720000"/>
            <a:ext cx="1800000" cy="1080000"/>
          </a:xfrm>
          <a:prstGeom prst="roundRect">
            <a:avLst/>
          </a:prstGeom>
          <a:solidFill>
            <a:srgbClr val="FA64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ROUNDED_RECTANGLE</a:t>
            </a:r>
          </a:p>
        </p:txBody>
      </p:sp>
      <p:sp>
        <p:nvSpPr>
          <p:cNvPr id="3" name="Decagon 2"/>
          <p:cNvSpPr/>
          <p:nvPr/>
        </p:nvSpPr>
        <p:spPr>
          <a:xfrm>
            <a:off x="720000" y="2520000"/>
            <a:ext cx="1080000" cy="1080000"/>
          </a:xfrm>
          <a:prstGeom prst="decagon">
            <a:avLst>
              <a:gd name="vf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agon 3"/>
          <p:cNvSpPr/>
          <p:nvPr/>
        </p:nvSpPr>
        <p:spPr>
          <a:xfrm>
            <a:off x="2520000" y="2520000"/>
            <a:ext cx="1080000" cy="1080000"/>
          </a:xfrm>
          <a:prstGeom prst="decagon">
            <a:avLst>
              <a:gd name="vf" fmla="val 10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agon 4"/>
          <p:cNvSpPr/>
          <p:nvPr/>
        </p:nvSpPr>
        <p:spPr>
          <a:xfrm>
            <a:off x="4320000" y="2520000"/>
            <a:ext cx="1080000" cy="1080000"/>
          </a:xfrm>
          <a:prstGeom prst="decagon">
            <a:avLst>
              <a:gd name="vf" fmla="val 1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10-Point Star 5"/>
          <p:cNvSpPr/>
          <p:nvPr/>
        </p:nvSpPr>
        <p:spPr>
          <a:xfrm>
            <a:off x="720000" y="4320000"/>
            <a:ext cx="1080000" cy="1080000"/>
          </a:xfrm>
          <a:prstGeom prst="star10">
            <a:avLst>
              <a:gd name="adj" fmla="val 21000"/>
              <a:gd name="hf" fmla="val 105146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10-Point Star 6"/>
          <p:cNvSpPr/>
          <p:nvPr/>
        </p:nvSpPr>
        <p:spPr>
          <a:xfrm>
            <a:off x="2520000" y="4320000"/>
            <a:ext cx="1080000" cy="1080000"/>
          </a:xfrm>
          <a:prstGeom prst="star10">
            <a:avLst>
              <a:gd name="adj" fmla="val 42000"/>
              <a:gd name="hf" fmla="val 105146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10-Point Star 7"/>
          <p:cNvSpPr/>
          <p:nvPr/>
        </p:nvSpPr>
        <p:spPr>
          <a:xfrm>
            <a:off x="4320000" y="4320000"/>
            <a:ext cx="1080000" cy="1080000"/>
          </a:xfrm>
          <a:prstGeom prst="star10">
            <a:avLst>
              <a:gd name="adj" fmla="val 63000"/>
              <a:gd name="hf" fmla="val 105146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text inside a textbox</a:t>
            </a:r>
          </a:p>
          <a:p>
            <a:pPr>
              <a:defRPr b="1"/>
            </a:pPr>
            <a:r>
              <a:t>This is a second paragraph that's bold</a:t>
            </a:r>
          </a:p>
          <a:p>
            <a:pPr>
              <a:defRPr sz="4000"/>
            </a:pPr>
            <a:r>
              <a:t>This is a third paragraph that's big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_picture.jpg"/>
          <p:cNvPicPr>
            <a:picLocks noChangeAspect="1"/>
          </p:cNvPicPr>
          <p:nvPr/>
        </p:nvPicPr>
        <p:blipFill>
          <a:blip r:embed="rId2"/>
          <a:srcRect t="25000"/>
          <a:stretch>
            <a:fillRect/>
          </a:stretch>
        </p:blipFill>
        <p:spPr>
          <a:xfrm>
            <a:off x="360000" y="360000"/>
            <a:ext cx="2520000" cy="1800000"/>
          </a:xfrm>
          <a:prstGeom prst="rect">
            <a:avLst/>
          </a:prstGeom>
        </p:spPr>
      </p:pic>
      <p:pic>
        <p:nvPicPr>
          <p:cNvPr id="3" name="Picture 2" descr="sample_pi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2520000"/>
            <a:ext cx="2520000" cy="1800000"/>
          </a:xfrm>
          <a:prstGeom prst="rect">
            <a:avLst/>
          </a:prstGeom>
        </p:spPr>
      </p:pic>
      <p:pic>
        <p:nvPicPr>
          <p:cNvPr id="4" name="Picture 3" descr="sample_picture.jpg"/>
          <p:cNvPicPr>
            <a:picLocks noChangeAspect="1"/>
          </p:cNvPicPr>
          <p:nvPr/>
        </p:nvPicPr>
        <p:blipFill>
          <a:blip r:embed="rId2"/>
          <a:srcRect b="25000"/>
          <a:stretch>
            <a:fillRect/>
          </a:stretch>
        </p:blipFill>
        <p:spPr>
          <a:xfrm>
            <a:off x="360000" y="4680000"/>
            <a:ext cx="2520000" cy="1800000"/>
          </a:xfrm>
          <a:prstGeom prst="rect">
            <a:avLst/>
          </a:prstGeom>
        </p:spPr>
      </p:pic>
      <p:pic>
        <p:nvPicPr>
          <p:cNvPr id="5" name="Picture 4" descr="sample_pi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00000">
            <a:off x="4320000" y="1440000"/>
            <a:ext cx="2520000" cy="1800000"/>
          </a:xfrm>
          <a:prstGeom prst="rect">
            <a:avLst/>
          </a:prstGeom>
        </p:spPr>
      </p:pic>
      <p:pic>
        <p:nvPicPr>
          <p:cNvPr id="6" name="Picture 5" descr="sample_pi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900000">
            <a:off x="4320000" y="4320000"/>
            <a:ext cx="2520000" cy="18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