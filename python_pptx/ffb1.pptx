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見出し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720000"/>
            <a:ext cx="1800000" cy="28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FF"/>
                </a:solidFill>
              </a:rPr>
              <a:t>いろいろ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440000"/>
            <a:ext cx="1080000" cy="108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raight Connector 4"/>
          <p:cNvSpPr/>
          <p:nvPr/>
        </p:nvSpPr>
        <p:spPr>
          <a:xfrm>
            <a:off x="1800000" y="1800000"/>
            <a:ext cx="1800000" cy="18000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240000" y="324000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60000" h="360000">
                <a:moveTo>
                  <a:pt x="360000" y="360000"/>
                </a:moveTo>
                <a:lnTo>
                  <a:pt x="360000" y="360000"/>
                </a:lnTo>
                <a:lnTo>
                  <a:pt x="0" y="360000"/>
                </a:lnTo>
                <a:lnTo>
                  <a:pt x="180000" y="0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43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0" y="36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</a:t>
            </a:r>
          </a:p>
        </p:txBody>
      </p:sp>
      <p:cxnSp>
        <p:nvCxnSpPr>
          <p:cNvPr id="9" name="Connector 8"/>
          <p:cNvCxnSpPr>
            <a:stCxn id="7" idx="3"/>
            <a:endCxn id="8" idx="1"/>
          </p:cNvCxnSpPr>
          <p:nvPr/>
        </p:nvCxnSpPr>
        <p:spPr>
          <a:xfrm flipV="1">
            <a:off x="1800000" y="3960000"/>
            <a:ext cx="2160000" cy="72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40000" y="43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0" y="36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</a:t>
            </a:r>
          </a:p>
        </p:txBody>
      </p:sp>
      <p:cxnSp>
        <p:nvCxnSpPr>
          <p:cNvPr id="12" name="Connector 11"/>
          <p:cNvCxnSpPr>
            <a:stCxn id="10" idx="3"/>
            <a:endCxn id="11" idx="2"/>
          </p:cNvCxnSpPr>
          <p:nvPr/>
        </p:nvCxnSpPr>
        <p:spPr>
          <a:xfrm flipV="1">
            <a:off x="5760000" y="4320000"/>
            <a:ext cx="2520000" cy="36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40000" y="540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0" y="2520000"/>
            <a:ext cx="720000" cy="720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F</a:t>
            </a:r>
          </a:p>
        </p:txBody>
      </p:sp>
      <p:cxnSp>
        <p:nvCxnSpPr>
          <p:cNvPr id="15" name="Connector 14"/>
          <p:cNvCxnSpPr>
            <a:stCxn id="13" idx="0"/>
            <a:endCxn id="14" idx="0"/>
          </p:cNvCxnSpPr>
          <p:nvPr/>
        </p:nvCxnSpPr>
        <p:spPr>
          <a:xfrm flipV="1">
            <a:off x="5400000" y="2520000"/>
            <a:ext cx="2880000" cy="2880000"/>
          </a:xfrm>
          <a:prstGeom prst="bentConnector3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914400" cy="914400"/>
          </a:xfrm>
          <a:prstGeom prst="roundRect">
            <a:avLst/>
          </a:prstGeom>
          <a:solidFill>
            <a:srgbClr val="197DFF"/>
          </a:solidFill>
          <a:ln w="31750">
            <a:solidFill>
              <a:srgbClr val="FF0000">
                <a:lumMod val="50000"/>
                <a:lumOff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ine Callout 2 (Accent Bar) 2"/>
          <p:cNvSpPr/>
          <p:nvPr/>
        </p:nvSpPr>
        <p:spPr>
          <a:xfrm rot="18900000">
            <a:off x="1800000" y="1800000"/>
            <a:ext cx="720000" cy="720000"/>
          </a:xfrm>
          <a:prstGeom prst="accentCallout2">
            <a:avLst>
              <a:gd name="adj1" fmla="val 50000"/>
              <a:gd name="adj2" fmla="val 0"/>
              <a:gd name="adj3" fmla="val 50000"/>
              <a:gd name="adj4" fmla="val -10000"/>
              <a:gd name="adj5" fmla="val 300000"/>
              <a:gd name="adj6" fmla="val -26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