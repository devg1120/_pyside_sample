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360000"/>
            <a:ext cx="1800000" cy="1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0000FF"/>
                </a:solidFill>
              </a:rPr>
              <a:t>いろいろ</a:t>
            </a:r>
          </a:p>
        </p:txBody>
      </p:sp>
      <p:pic>
        <p:nvPicPr>
          <p:cNvPr id="3" name="Picture 2" descr="sample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0" y="720000"/>
            <a:ext cx="731520" cy="548640"/>
          </a:xfrm>
          <a:prstGeom prst="rect">
            <a:avLst/>
          </a:prstGeom>
        </p:spPr>
      </p:pic>
      <p:pic>
        <p:nvPicPr>
          <p:cNvPr id="4" name="Picture 3" descr="sample_pi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0" y="1800000"/>
            <a:ext cx="731520" cy="548640"/>
          </a:xfrm>
          <a:prstGeom prst="rect">
            <a:avLst/>
          </a:prstGeom>
        </p:spPr>
      </p:pic>
      <p:cxnSp>
        <p:nvCxnSpPr>
          <p:cNvPr id="5" name="Connector 4"/>
          <p:cNvCxnSpPr>
            <a:stCxn id="3" idx="3"/>
            <a:endCxn id="4" idx="0"/>
          </p:cNvCxnSpPr>
          <p:nvPr/>
        </p:nvCxnSpPr>
        <p:spPr>
          <a:xfrm>
            <a:off x="7211520" y="994320"/>
            <a:ext cx="714240" cy="80568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raight Connector 5"/>
          <p:cNvSpPr/>
          <p:nvPr/>
        </p:nvSpPr>
        <p:spPr>
          <a:xfrm>
            <a:off x="1800000" y="360000"/>
            <a:ext cx="1080000" cy="720000"/>
          </a:xfrm>
          <a:prstGeom prst="lineInv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70000" y="2540000"/>
            <a:ext cx="1016000" cy="508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10000" y="3810000"/>
            <a:ext cx="1016000" cy="508000"/>
          </a:xfrm>
          <a:prstGeom prst="rect">
            <a:avLst/>
          </a:prstGeom>
          <a:solidFill>
            <a:srgbClr val="6495ED"/>
          </a:solidFill>
          <a:ln w="127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 i="0">
                <a:solidFill>
                  <a:srgbClr val="000000"/>
                </a:solidFill>
              </a:defRPr>
            </a:pPr>
            <a:r>
              <a:t>OK</a:t>
            </a:r>
          </a:p>
        </p:txBody>
      </p:sp>
      <p:sp>
        <p:nvSpPr>
          <p:cNvPr id="9" name="Rectangle 8"/>
          <p:cNvSpPr/>
          <p:nvPr/>
        </p:nvSpPr>
        <p:spPr>
          <a:xfrm>
            <a:off x="127000" y="127000"/>
            <a:ext cx="1905000" cy="1270000"/>
          </a:xfrm>
          <a:prstGeom prst="rect">
            <a:avLst/>
          </a:prstGeom>
          <a:solidFill>
            <a:srgbClr val="5A2BF7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 i="0">
                <a:solidFill>
                  <a:srgbClr val="000000"/>
                </a:solidFill>
              </a:defRPr>
            </a:pPr>
            <a:r>
              <a:t>ok2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10000" y="254000"/>
            <a:ext cx="1905000" cy="1270000"/>
          </a:xfrm>
          <a:prstGeom prst="roundRect">
            <a:avLst>
              <a:gd name="adj" fmla="val 30000"/>
            </a:avLst>
          </a:prstGeom>
          <a:solidFill>
            <a:srgbClr val="5A2BF7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 i="0">
                <a:solidFill>
                  <a:srgbClr val="000000"/>
                </a:solidFill>
              </a:defRPr>
            </a:pPr>
            <a:r>
              <a:t>RONDED</a:t>
            </a:r>
          </a:p>
        </p:txBody>
      </p:sp>
      <p:sp>
        <p:nvSpPr>
          <p:cNvPr id="11" name="Cube 10"/>
          <p:cNvSpPr/>
          <p:nvPr/>
        </p:nvSpPr>
        <p:spPr>
          <a:xfrm>
            <a:off x="5588000" y="635000"/>
            <a:ext cx="1905000" cy="1270000"/>
          </a:xfrm>
          <a:prstGeom prst="cube">
            <a:avLst>
              <a:gd name="adj" fmla="val 50000"/>
            </a:avLst>
          </a:prstGeom>
          <a:solidFill>
            <a:srgbClr val="6495ED"/>
          </a:solidFill>
          <a:ln w="127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 i="0">
                <a:solidFill>
                  <a:srgbClr val="000000"/>
                </a:solidFill>
              </a:defRPr>
            </a:pPr>
            <a:r>
              <a:t>cube</a:t>
            </a:r>
          </a:p>
        </p:txBody>
      </p:sp>
      <p:sp>
        <p:nvSpPr>
          <p:cNvPr id="12" name="Arc 11"/>
          <p:cNvSpPr/>
          <p:nvPr/>
        </p:nvSpPr>
        <p:spPr>
          <a:xfrm>
            <a:off x="6985000" y="1905000"/>
            <a:ext cx="1905000" cy="1905000"/>
          </a:xfrm>
          <a:prstGeom prst="arc">
            <a:avLst>
              <a:gd name="adj1" fmla="val 14500000"/>
              <a:gd name="adj2" fmla="val 0"/>
            </a:avLst>
          </a:prstGeom>
          <a:solidFill>
            <a:srgbClr val="6495ED"/>
          </a:solidFill>
          <a:ln w="127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 i="0">
                <a:solidFill>
                  <a:srgbClr val="000000"/>
                </a:solidFill>
              </a:defRPr>
            </a:pPr>
            <a:r>
              <a:t>arc</a:t>
            </a:r>
          </a:p>
        </p:txBody>
      </p:sp>
      <p:sp>
        <p:nvSpPr>
          <p:cNvPr id="13" name="Oval 12"/>
          <p:cNvSpPr/>
          <p:nvPr/>
        </p:nvSpPr>
        <p:spPr>
          <a:xfrm>
            <a:off x="6985000" y="4445000"/>
            <a:ext cx="1905000" cy="190500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 i="0">
                <a:solidFill>
                  <a:srgbClr val="000000"/>
                </a:solidFill>
              </a:defRPr>
            </a:pPr>
            <a:r>
              <a:t>oval</a:t>
            </a:r>
          </a:p>
        </p:txBody>
      </p:sp>
      <p:sp>
        <p:nvSpPr>
          <p:cNvPr id="14" name="Donut 13"/>
          <p:cNvSpPr/>
          <p:nvPr/>
        </p:nvSpPr>
        <p:spPr>
          <a:xfrm>
            <a:off x="5080000" y="3810000"/>
            <a:ext cx="1270000" cy="2540000"/>
          </a:xfrm>
          <a:prstGeom prst="donut">
            <a:avLst/>
          </a:prstGeom>
          <a:solidFill>
            <a:srgbClr val="FF007F"/>
          </a:solidFill>
          <a:ln w="12700">
            <a:solidFill>
              <a:srgbClr val="4169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 i="0">
                <a:solidFill>
                  <a:srgbClr val="000000"/>
                </a:solidFill>
              </a:defRPr>
            </a:pPr>
            <a:r>
              <a:t>DONUT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0" y="2540000"/>
            <a:ext cx="1524000" cy="1016000"/>
          </a:xfrm>
          <a:prstGeom prst="rect">
            <a:avLst/>
          </a:prstGeom>
          <a:solidFill>
            <a:srgbClr val="FA6464"/>
          </a:solidFill>
        </p:spPr>
        <p:txBody>
          <a:bodyPr wrap="none">
            <a:spAutoFit/>
          </a:bodyPr>
          <a:lstStyle/>
          <a:p>
            <a:r>
              <a:t>TEXTbox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0"/>
            <a:ext cx="5080000" cy="2540000"/>
          </a:xfrm>
          <a:prstGeom prst="curvedConnector3">
            <a:avLst/>
          </a:prstGeom>
          <a:ln w="63500">
            <a:solidFill>
              <a:srgbClr val="8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3810000" y="3810000"/>
            <a:ext cx="1270000" cy="2540000"/>
            <a:chOff x="3810000" y="3810000"/>
            <a:chExt cx="1270000" cy="2540000"/>
          </a:xfrm>
        </p:grpSpPr>
        <p:cxnSp>
          <p:nvCxnSpPr>
            <p:cNvPr id="4" name="Connector 3"/>
            <p:cNvCxnSpPr/>
            <p:nvPr/>
          </p:nvCxnSpPr>
          <p:spPr>
            <a:xfrm>
              <a:off x="3810000" y="3810000"/>
              <a:ext cx="254000" cy="1524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 flipV="1">
              <a:off x="4064000" y="4445000"/>
              <a:ext cx="381000" cy="889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4445000" y="4445000"/>
              <a:ext cx="635000" cy="1905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Freeform 7"/>
          <p:cNvSpPr/>
          <p:nvPr/>
        </p:nvSpPr>
        <p:spPr>
          <a:xfrm>
            <a:off x="914400" y="914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914400"/>
                </a:moveTo>
                <a:lnTo>
                  <a:pt x="914400" y="914400"/>
                </a:lnTo>
                <a:lnTo>
                  <a:pt x="0" y="914400"/>
                </a:lnTo>
                <a:lnTo>
                  <a:pt x="457200" y="0"/>
                </a:lnTo>
              </a:path>
            </a:pathLst>
          </a:cu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TEXT1</a:t>
            </a:r>
          </a:p>
        </p:txBody>
      </p:sp>
      <p:sp>
        <p:nvSpPr>
          <p:cNvPr id="9" name="Freeform 8"/>
          <p:cNvSpPr/>
          <p:nvPr/>
        </p:nvSpPr>
        <p:spPr>
          <a:xfrm>
            <a:off x="5486400" y="54864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914400" y="914400"/>
                </a:moveTo>
                <a:lnTo>
                  <a:pt x="914400" y="914400"/>
                </a:lnTo>
                <a:lnTo>
                  <a:pt x="0" y="914400"/>
                </a:lnTo>
                <a:lnTo>
                  <a:pt x="914400" y="0"/>
                </a:lnTo>
                <a:lnTo>
                  <a:pt x="457200" y="0"/>
                </a:lnTo>
              </a:path>
            </a:pathLst>
          </a:custGeom>
          <a:solidFill>
            <a:srgbClr val="642C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TEXT2</a:t>
            </a:r>
          </a:p>
        </p:txBody>
      </p:sp>
      <p:sp>
        <p:nvSpPr>
          <p:cNvPr id="10" name="Freeform 9"/>
          <p:cNvSpPr/>
          <p:nvPr/>
        </p:nvSpPr>
        <p:spPr>
          <a:xfrm>
            <a:off x="1800000" y="3600000"/>
            <a:ext cx="1800000" cy="1440000"/>
          </a:xfrm>
          <a:custGeom>
            <a:avLst/>
            <a:gdLst/>
            <a:ahLst/>
            <a:cxnLst/>
            <a:rect l="l" t="t" r="r" b="b"/>
            <a:pathLst>
              <a:path w="1800000" h="1440000">
                <a:moveTo>
                  <a:pt x="0" y="0"/>
                </a:moveTo>
                <a:lnTo>
                  <a:pt x="1800000" y="0"/>
                </a:lnTo>
                <a:lnTo>
                  <a:pt x="720000" y="1440000"/>
                </a:lnTo>
              </a:path>
            </a:pathLst>
          </a:custGeom>
          <a:solidFill>
            <a:srgbClr val="642C6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OKOKOKK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000" y="2540000"/>
            <a:ext cx="2159000" cy="635000"/>
          </a:xfrm>
          <a:prstGeom prst="rect">
            <a:avLst/>
          </a:prstGeom>
          <a:solidFill>
            <a:srgbClr val="FAFA00"/>
          </a:solidFill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>
              <a:defRPr sz="3000"/>
            </a:pPr>
            <a:r>
              <a:t>あいうえお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43000" y="1143000"/>
            <a:ext cx="2514600" cy="2514600"/>
          </a:xfrm>
          <a:prstGeom prst="line">
            <a:avLst/>
          </a:prstGeom>
          <a:ln w="190500">
            <a:solidFill>
              <a:srgbClr val="EB1B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27000" y="127000"/>
          <a:ext cx="4530000" cy="429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720000"/>
                <a:gridCol w="1270000"/>
                <a:gridCol w="1270000"/>
              </a:tblGrid>
              <a:tr h="9525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1st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r>
                        <a:t>2nd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solidFill>
                            <a:srgbClr val="00FF00"/>
                          </a:solidFill>
                        </a:rPr>
                        <a:t>3rd Column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t>1st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cell(1,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cell(1, 2)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cell(1, 3)</a:t>
                      </a:r>
                    </a:p>
                  </a:txBody>
                  <a:tcPr anchor="ctr"/>
                </a:tc>
              </a:tr>
              <a:tr h="1440000">
                <a:tc>
                  <a:txBody>
                    <a:bodyPr/>
                    <a:lstStyle/>
                    <a:p>
                      <a:r>
                        <a:t>2nd Row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cell(2, 1)</a:t>
                      </a:r>
                    </a:p>
                    <a:p>
                      <a:r>
                        <a:t>cell(2, 2)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cell(2, 3)</a:t>
                      </a:r>
                    </a:p>
                  </a:txBody>
                  <a:tcPr marL="457200" marT="720000"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t>3rd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cell(3,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cell(3,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cell(3, 3)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