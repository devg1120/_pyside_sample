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29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0000" y="7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cxnSp>
        <p:nvCxnSpPr>
          <p:cNvPr id="4" name="Connector 3"/>
          <p:cNvCxnSpPr>
            <a:stCxn id="2" idx="3"/>
            <a:endCxn id="3" idx="2"/>
          </p:cNvCxnSpPr>
          <p:nvPr/>
        </p:nvCxnSpPr>
        <p:spPr>
          <a:xfrm>
            <a:off x="2160000" y="1080000"/>
            <a:ext cx="2520000" cy="144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40000" y="3501853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46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</a:t>
            </a:r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p:spPr>
          <a:xfrm rot="16200000" flipH="1">
            <a:off x="2650926" y="2650926"/>
            <a:ext cx="1178147" cy="2880000"/>
          </a:xfrm>
          <a:prstGeom prst="bentConnector3">
            <a:avLst>
              <a:gd name="adj1" fmla="val -19403"/>
            </a:avLst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画面に合わせる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西草昌市</cp:lastModifiedBy>
  <cp:revision>2</cp:revision>
  <dcterms:created xsi:type="dcterms:W3CDTF">2013-01-27T09:14:16Z</dcterms:created>
  <dcterms:modified xsi:type="dcterms:W3CDTF">2025-02-16T00:45:46Z</dcterms:modified>
  <cp:category/>
</cp:coreProperties>
</file>