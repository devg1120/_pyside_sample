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org_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0000" y="72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0" y="180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</a:t>
            </a:r>
          </a:p>
        </p:txBody>
      </p:sp>
      <p:cxnSp>
        <p:nvCxnSpPr>
          <p:cNvPr id="4" name="Connector 3"/>
          <p:cNvCxnSpPr>
            <a:stCxn id="2" idx="3"/>
            <a:endCxn id="3" idx="2"/>
          </p:cNvCxnSpPr>
          <p:nvPr/>
        </p:nvCxnSpPr>
        <p:spPr>
          <a:xfrm>
            <a:off x="2160000" y="1080000"/>
            <a:ext cx="2520000" cy="1440000"/>
          </a:xfrm>
          <a:prstGeom prst="bentConnector3">
            <a:avLst/>
          </a:prstGeom>
          <a:ln>
            <a:solidFill>
              <a:srgbClr val="8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440000" y="3501853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0" y="468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F</a:t>
            </a:r>
          </a:p>
        </p:txBody>
      </p:sp>
      <p:cxnSp>
        <p:nvCxnSpPr>
          <p:cNvPr id="7" name="Connector 6"/>
          <p:cNvCxnSpPr>
            <a:stCxn id="5" idx="0"/>
            <a:endCxn id="6" idx="0"/>
          </p:cNvCxnSpPr>
          <p:nvPr/>
        </p:nvCxnSpPr>
        <p:spPr>
          <a:xfrm rot="16200000" flipH="1">
            <a:off x="2650926" y="2650926"/>
            <a:ext cx="1178147" cy="2880000"/>
          </a:xfrm>
          <a:prstGeom prst="bentConnector3">
            <a:avLst>
              <a:gd name="adj1" fmla="val -19403"/>
            </a:avLst>
          </a:prstGeom>
          <a:ln>
            <a:solidFill>
              <a:srgbClr val="8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!--
        <a:xfrm>
          <a:off x="0" y="0"/>
          <a:ext cx="0" cy="0"/>
          <a:chOff x="0" y="0"/>
          <a:chExt cx="0" cy="0"/>
        </a:xfrm>
	      -->
      </p:grpSpPr>
      <p:sp>
        <p:nvSpPr>
          <p:cNvPr id="2" name="Rectangle 1"/>
          <p:cNvSpPr/>
          <p:nvPr/>
        </p:nvSpPr>
        <p:spPr>
          <a:xfrm>
            <a:off x="1440000" y="72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0" y="180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</a:t>
            </a:r>
          </a:p>
        </p:txBody>
      </p:sp>
      <p:cxnSp>
        <p:nvCxnSpPr>
          <p:cNvPr id="4" name="Connector 3"/>
          <p:cNvCxnSpPr>
            <a:stCxn id="2" idx="3"/>
            <a:endCxn id="3" idx="2"/>
          </p:cNvCxnSpPr>
          <p:nvPr/>
        </p:nvCxnSpPr>
        <p:spPr>
          <a:xfrm>
            <a:off x="2160000" y="1080000"/>
            <a:ext cx="2520000" cy="1440000"/>
          </a:xfrm>
          <a:prstGeom prst="bentConnector3">
            <a:avLst/>
          </a:prstGeom>
          <a:ln>
            <a:solidFill>
              <a:srgbClr val="8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440000" y="3501853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0" y="468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F</a:t>
            </a:r>
          </a:p>
        </p:txBody>
      </p:sp>
      <p:cxnSp>
        <p:nvCxnSpPr>
          <p:cNvPr id="7" name="Connector 6"/>
          <p:cNvCxnSpPr>
            <a:stCxn id="5" idx="0"/>
            <a:endCxn id="6" idx="0"/>
          </p:cNvCxnSpPr>
          <p:nvPr/>
        </p:nvCxnSpPr>
        <!--
        <p:spPr>
          <a:xfrm rot="16200000" flipH="1">
            <a:off x="2650926" y="2650926"/>
            <a:ext cx="1178147" cy="2880000"/>
          </a:xfrm>
          <a:prstGeom prst="bentConnector3">
            <a:avLst>
              <a:gd name="adj1" fmla="val -19403"/>
            </a:avLst>
          </a:prstGeom>
          <a:ln>
            <a:solidFill>
              <a:srgbClr val="80FF00"/>
            </a:solidFill>
          </a:ln>
        </p:spPr>
	-->
        <p:spPr>
          <a:xfrm>
            <a:off x="1800000" y="3600000"/>
            <a:ext cx="2880000" cy="1080000"/>
          </a:xfrm>
          <a:prstGeom prst="bentConnector3">
            <a:avLst/>
            <!--
            <a:avLst>
		       <a:gd name="adj1" fmla="val -19403"/> 
            </a:avLst>
		  -->
          </a:prstGeom>
          <a:ln>
            <a:solidFill>
              <a:srgbClr val="8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