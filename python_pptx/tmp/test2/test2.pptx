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40000" y="720000"/>
            <a:ext cx="720000" cy="72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0" y="1800000"/>
            <a:ext cx="720000" cy="72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</a:t>
            </a:r>
          </a:p>
        </p:txBody>
      </p:sp>
      <p:cxnSp>
        <p:nvCxnSpPr>
          <p:cNvPr id="4" name="Connector 3"/>
          <p:cNvCxnSpPr>
            <a:stCxn id="2" idx="3"/>
            <a:endCxn id="3" idx="2"/>
          </p:cNvCxnSpPr>
          <p:nvPr/>
        </p:nvCxnSpPr>
        <p:spPr>
          <a:xfrm>
            <a:off x="2160000" y="1080000"/>
            <a:ext cx="2520000" cy="1440000"/>
          </a:xfrm>
          <a:prstGeom prst="bentConnector3">
            <a:avLst/>
          </a:prstGeom>
          <a:ln>
            <a:solidFill>
              <a:srgbClr val="80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440000" y="3600000"/>
            <a:ext cx="720000" cy="72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E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0" y="4680000"/>
            <a:ext cx="720000" cy="72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F</a:t>
            </a:r>
          </a:p>
        </p:txBody>
      </p:sp>
      <p:cxnSp>
        <p:nvCxnSpPr>
          <p:cNvPr id="7" name="Connector 6"/>
          <p:cNvCxnSpPr>
            <a:stCxn id="5" idx="0"/>
            <a:endCxn id="6" idx="0"/>
          </p:cNvCxnSpPr>
          <p:nvPr/>
        </p:nvCxnSpPr>
        <p:spPr>
          <a:xfrm>
            <a:off x="1800000" y="3600000"/>
            <a:ext cx="2880000" cy="1080000"/>
          </a:xfrm>
          <a:prstGeom prst="bentConnector3">
            <a:avLst/>
          </a:prstGeom>
          <a:ln>
            <a:solidFill>
              <a:srgbClr val="80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